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2bf48b0a24ec3" /><Relationship Type="http://schemas.openxmlformats.org/officeDocument/2006/relationships/extended-properties" Target="/docProps/app.xml" Id="R13fc6594da134c3b" /><Relationship Type="http://schemas.openxmlformats.org/officeDocument/2006/relationships/officeDocument" Target="/ppt/presentation.xml" Id="R8746df5b32244e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b7c30dd00c4ab8"/>
  </p:sldMasterIdLst>
  <p:notesMasterIdLst>
    <p:notesMasterId xmlns:r="http://schemas.openxmlformats.org/officeDocument/2006/relationships" r:id="Rfdf67e5aefb14087"/>
  </p:notesMasterIdLst>
  <p:sldIdLst>
    <p:sldId xmlns:r="http://schemas.openxmlformats.org/officeDocument/2006/relationships" id="256" r:id="Rc3375728ee8d4812"/>
    <p:sldId xmlns:r="http://schemas.openxmlformats.org/officeDocument/2006/relationships" id="257" r:id="R9d7ee19723fd4fd3"/>
    <p:sldId xmlns:r="http://schemas.openxmlformats.org/officeDocument/2006/relationships" id="258" r:id="Ra653024e92774a4b"/>
    <p:sldId xmlns:r="http://schemas.openxmlformats.org/officeDocument/2006/relationships" id="259" r:id="Raf9348a36ce94f11"/>
    <p:sldId xmlns:r="http://schemas.openxmlformats.org/officeDocument/2006/relationships" id="260" r:id="Rc2ac6318d9da48ce"/>
    <p:sldId xmlns:r="http://schemas.openxmlformats.org/officeDocument/2006/relationships" id="261" r:id="Re710b5205a9b4c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7921a5db5a490f" /><Relationship Type="http://schemas.openxmlformats.org/officeDocument/2006/relationships/slideMaster" Target="/ppt/slideMasters/slideMaster1.xml" Id="R20b7c30dd00c4ab8" /><Relationship Type="http://schemas.openxmlformats.org/officeDocument/2006/relationships/notesMaster" Target="/ppt/notesMasters/notesMaster1.xml" Id="Rfdf67e5aefb14087" /><Relationship Type="http://schemas.openxmlformats.org/officeDocument/2006/relationships/presProps" Target="/ppt/presProps.xml" Id="R9b3ca43917a4402f" /><Relationship Type="http://schemas.openxmlformats.org/officeDocument/2006/relationships/tableStyles" Target="/ppt/tableStyles.xml" Id="R27dea2dd97344e1a" /><Relationship Type="http://schemas.openxmlformats.org/officeDocument/2006/relationships/slide" Target="/ppt/slides/slide1.xml" Id="Rc3375728ee8d4812" /><Relationship Type="http://schemas.openxmlformats.org/officeDocument/2006/relationships/slide" Target="/ppt/slides/slide2.xml" Id="R9d7ee19723fd4fd3" /><Relationship Type="http://schemas.openxmlformats.org/officeDocument/2006/relationships/slide" Target="/ppt/slides/slide3.xml" Id="Ra653024e92774a4b" /><Relationship Type="http://schemas.openxmlformats.org/officeDocument/2006/relationships/slide" Target="/ppt/slides/slide4.xml" Id="Raf9348a36ce94f11" /><Relationship Type="http://schemas.openxmlformats.org/officeDocument/2006/relationships/slide" Target="/ppt/slides/slide5.xml" Id="Rc2ac6318d9da48ce" /><Relationship Type="http://schemas.openxmlformats.org/officeDocument/2006/relationships/slide" Target="/ppt/slides/slide6.xml" Id="Re710b5205a9b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22ccb1a00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71c7bad2346de" /><Relationship Type="http://schemas.openxmlformats.org/officeDocument/2006/relationships/notesMaster" Target="/ppt/notesMasters/notesMaster1.xml" Id="R6f90c69f7f5a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f763ef0444e8d" /><Relationship Type="http://schemas.openxmlformats.org/officeDocument/2006/relationships/notesMaster" Target="/ppt/notesMasters/notesMaster1.xml" Id="R84bf2a6cb8c4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13b927665b4975" /><Relationship Type="http://schemas.openxmlformats.org/officeDocument/2006/relationships/notesMaster" Target="/ppt/notesMasters/notesMaster1.xml" Id="R2a438b10506e42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50b3edf88245b0" /><Relationship Type="http://schemas.openxmlformats.org/officeDocument/2006/relationships/notesMaster" Target="/ppt/notesMasters/notesMaster1.xml" Id="R8ced3d531fb943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f64d60d1de426d" /><Relationship Type="http://schemas.openxmlformats.org/officeDocument/2006/relationships/notesMaster" Target="/ppt/notesMasters/notesMaster1.xml" Id="R395050adf3584f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218b763d5d4ef2" /><Relationship Type="http://schemas.openxmlformats.org/officeDocument/2006/relationships/notesMaster" Target="/ppt/notesMasters/notesMaster1.xml" Id="R52c3f30748c6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0f54ef12048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486efb48d4602" /><Relationship Type="http://schemas.openxmlformats.org/officeDocument/2006/relationships/slideLayout" Target="/ppt/slideLayouts/slideLayout1.xml" Id="R0029bbf00650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29bbf00650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ea2017e5b4384" /><Relationship Type="http://schemas.openxmlformats.org/officeDocument/2006/relationships/image" Target="/ppt/media/image.png" Id="R125758be4a0148f1" /><Relationship Type="http://schemas.openxmlformats.org/officeDocument/2006/relationships/notesSlide" Target="/ppt/notesSlides/notesSlide1.xml" Id="R6b65c7a9729547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3c5319ae4a7c" /><Relationship Type="http://schemas.openxmlformats.org/officeDocument/2006/relationships/notesSlide" Target="/ppt/notesSlides/notesSlide2.xml" Id="R84ea466ad9c54c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3d3ff775640b8" /><Relationship Type="http://schemas.openxmlformats.org/officeDocument/2006/relationships/notesSlide" Target="/ppt/notesSlides/notesSlide3.xml" Id="Rc2b93c001ec6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b4a09e8154c57" /><Relationship Type="http://schemas.openxmlformats.org/officeDocument/2006/relationships/notesSlide" Target="/ppt/notesSlides/notesSlide4.xml" Id="Rff872f3f29a5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760d5dff74a14" /><Relationship Type="http://schemas.openxmlformats.org/officeDocument/2006/relationships/notesSlide" Target="/ppt/notesSlides/notesSlide5.xml" Id="R5a3d8ce9ac2946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d971cf49b4794" /><Relationship Type="http://schemas.openxmlformats.org/officeDocument/2006/relationships/notesSlide" Target="/ppt/notesSlides/notesSlide6.xml" Id="R15247b316ede48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758be4a0148f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eft-overlay">
            <a:extLst xmlns:a="http://schemas.openxmlformats.org/drawingml/2006/main">
              <a:ext uri="{FF2B5EF4-FFF2-40B4-BE49-F238E27FC236}">
                <a16:creationId xmlns:a16="http://schemas.microsoft.com/office/drawing/2014/main" id="{25C162F5-54FF-4701-8519-03CBC57C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17D1918F-D99D-4296-B4A9-64F40A9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B942"/>
                </a:solidFill>
              </a:defRPr>
            </a:pPr>
            <a:r>
              <a:rPr sz="1125" b="1">
                <a:solidFill>
                  <a:srgbClr val="F5B942"/>
                </a:solidFill>
              </a:rPr>
              <a:t>UTM · LATIHAN 2 JAM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1FB3E7-54D3-49BB-B0D0-46C0399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Kerja berulang tidak semestinya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memakan masa anda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4EC674E-88FA-4B56-8DA2-C47383CB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8E8"/>
                </a:solidFill>
              </a:defRPr>
            </a:pPr>
            <a:r>
              <a:rPr sz="1725" b="0">
                <a:solidFill>
                  <a:srgbClr val="DDE8E8"/>
                </a:solidFill>
              </a:rPr>
              <a:t>Reka pembantu AI yang sempit, boleh diuji dan kekal di bawah kawalan manusia.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2E6EBC6D-1CD8-4706-BCBB-78F9B7FC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peaker">
            <a:extLst xmlns:a="http://schemas.openxmlformats.org/drawingml/2006/main">
              <a:ext uri="{FF2B5EF4-FFF2-40B4-BE49-F238E27FC236}">
                <a16:creationId xmlns:a16="http://schemas.microsoft.com/office/drawing/2014/main" id="{09370AB3-2C32-4833-9301-521042E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</a:defRPr>
            </a:pPr>
            <a:r>
              <a:rPr sz="1350" b="1">
                <a:solidFill>
                  <a:srgbClr val="F5B942"/>
                </a:solidFill>
              </a:rPr>
              <a:t>PM Dr. Mohd Murtadha Mohamad</a:t>
            </a:r>
          </a:p>
        </p:txBody>
      </p:sp>
      <p:sp>
        <p:nvSpPr>
          <p:cNvPr id="8" name="date">
            <a:extLst xmlns:a="http://schemas.openxmlformats.org/drawingml/2006/main">
              <a:ext uri="{FF2B5EF4-FFF2-40B4-BE49-F238E27FC236}">
                <a16:creationId xmlns:a16="http://schemas.microsoft.com/office/drawing/2014/main" id="{88C426C8-90AA-4E2E-81DD-F1580B55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21 Julai 2026 · 10.00 pagi–12.00 tengah hari</a:t>
            </a:r>
          </a:p>
        </p:txBody>
      </p:sp>
    </p:spTree>
    <p:extLst>
      <p:ext uri="{BB962C8B-B14F-4D97-AF65-F5344CB8AC3E}">
        <p14:creationId xmlns:p14="http://schemas.microsoft.com/office/powerpoint/2010/main" val="1993207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C27357D-FA50-4C71-ADF9-864AE33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PERBEZAAN UTAMA</a:t>
            </a:r>
          </a:p>
        </p:txBody>
      </p:sp>
      <p:sp>
        <p:nvSpPr>
          <p:cNvPr id="2" name="number">
            <a:extLst xmlns:a="http://schemas.openxmlformats.org/drawingml/2006/main">
              <a:ext uri="{FF2B5EF4-FFF2-40B4-BE49-F238E27FC236}">
                <a16:creationId xmlns:a16="http://schemas.microsoft.com/office/drawing/2014/main" id="{613CDC04-755F-4C1D-A668-117C178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7A"/>
                </a:solidFill>
              </a:defRPr>
            </a:pPr>
            <a:r>
              <a:rPr sz="1050" b="1">
                <a:solidFill>
                  <a:srgbClr val="60707A"/>
                </a:solidFill>
              </a:rPr>
              <a:t>02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C3AAFA4-6A65-45EA-98D7-5E08CEDE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EC9953-EF17-4258-9EFC-CF730D8E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F48"/>
                </a:solidFill>
              </a:defRPr>
            </a:pPr>
            <a:r>
              <a:rPr sz="3000" b="1">
                <a:solidFill>
                  <a:srgbClr val="102F48"/>
                </a:solidFill>
              </a:rPr>
              <a:t>Daripada menjawab kepada mengurus aliran kerja</a:t>
            </a:r>
          </a:p>
        </p:txBody>
      </p:sp>
      <p:sp>
        <p:nvSpPr>
          <p:cNvPr id="5" name="assistant">
            <a:extLst xmlns:a="http://schemas.openxmlformats.org/drawingml/2006/main">
              <a:ext uri="{FF2B5EF4-FFF2-40B4-BE49-F238E27FC236}">
                <a16:creationId xmlns:a16="http://schemas.microsoft.com/office/drawing/2014/main" id="{7DC2153C-D180-40BA-9107-E5ADE7F8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905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A8A"/>
            </a:solidFill>
            <a:prstDash val="solid"/>
          </a:ln>
        </p:spPr>
      </p:sp>
      <p:sp>
        <p:nvSpPr>
          <p:cNvPr id="6" name="agent">
            <a:extLst xmlns:a="http://schemas.openxmlformats.org/drawingml/2006/main">
              <a:ext uri="{FF2B5EF4-FFF2-40B4-BE49-F238E27FC236}">
                <a16:creationId xmlns:a16="http://schemas.microsoft.com/office/drawing/2014/main" id="{70ACB6E3-FB0F-47B7-8027-6F710AB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81200"/>
            <a:ext cx="3905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0">
            <a:solidFill>
              <a:srgbClr val="102F48"/>
            </a:solidFill>
            <a:prstDash val="solid"/>
          </a:ln>
        </p:spPr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4EF1B3DF-1D29-4BE3-98F4-37DCBB3F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62300"/>
            <a:ext cx="2286000" cy="876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istant-label">
            <a:extLst xmlns:a="http://schemas.openxmlformats.org/drawingml/2006/main">
              <a:ext uri="{FF2B5EF4-FFF2-40B4-BE49-F238E27FC236}">
                <a16:creationId xmlns:a16="http://schemas.microsoft.com/office/drawing/2014/main" id="{AC01A562-D210-4CE0-8C8D-29B36D4A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A8A"/>
                </a:solidFill>
              </a:defRPr>
            </a:pPr>
            <a:r>
              <a:rPr sz="1125" b="1">
                <a:solidFill>
                  <a:srgbClr val="008A8A"/>
                </a:solidFill>
              </a:rPr>
              <a:t>PEMBANTU AI</a:t>
            </a:r>
          </a:p>
        </p:txBody>
      </p:sp>
      <p:sp>
        <p:nvSpPr>
          <p:cNvPr id="9" name="assistant-main">
            <a:extLst xmlns:a="http://schemas.openxmlformats.org/drawingml/2006/main">
              <a:ext uri="{FF2B5EF4-FFF2-40B4-BE49-F238E27FC236}">
                <a16:creationId xmlns:a16="http://schemas.microsoft.com/office/drawing/2014/main" id="{F0DDCA37-3749-47C6-AF4D-F2461E6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F48"/>
                </a:solidFill>
              </a:defRPr>
            </a:pPr>
            <a:r>
              <a:rPr sz="2250" b="1">
                <a:solidFill>
                  <a:srgbClr val="102F48"/>
                </a:solidFill>
              </a:rPr>
              <a:t>Menjawab arahan</a:t>
            </a:r>
          </a:p>
          <a:p xmlns:a="http://schemas.openxmlformats.org/drawingml/2006/main">
            <a:pPr algn="l">
              <a:defRPr sz="2250" b="1">
                <a:solidFill>
                  <a:srgbClr val="102F48"/>
                </a:solidFill>
              </a:defRPr>
            </a:pPr>
            <a:r>
              <a:rPr sz="2250" b="1">
                <a:solidFill>
                  <a:srgbClr val="102F48"/>
                </a:solidFill>
              </a:rPr>
              <a:t>yang anda berikan</a:t>
            </a:r>
          </a:p>
        </p:txBody>
      </p:sp>
      <p:sp>
        <p:nvSpPr>
          <p:cNvPr id="10" name="assistant-body">
            <a:extLst xmlns:a="http://schemas.openxmlformats.org/drawingml/2006/main">
              <a:ext uri="{FF2B5EF4-FFF2-40B4-BE49-F238E27FC236}">
                <a16:creationId xmlns:a16="http://schemas.microsoft.com/office/drawing/2014/main" id="{C9D486FB-7283-40B2-B4BF-E1526CAC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7A"/>
                </a:solidFill>
              </a:defRPr>
            </a:pPr>
            <a:r>
              <a:rPr sz="1425" b="0">
                <a:solidFill>
                  <a:srgbClr val="60707A"/>
                </a:solidFill>
              </a:rPr>
              <a:t>Anda mengawal setiap interaksi dan menentukan langkah seterusnya.</a:t>
            </a:r>
          </a:p>
        </p:txBody>
      </p:sp>
      <p:sp>
        <p:nvSpPr>
          <p:cNvPr id="11" name="arrow-text">
            <a:extLst xmlns:a="http://schemas.openxmlformats.org/drawingml/2006/main">
              <a:ext uri="{FF2B5EF4-FFF2-40B4-BE49-F238E27FC236}">
                <a16:creationId xmlns:a16="http://schemas.microsoft.com/office/drawing/2014/main" id="{70B0EEBC-3516-4940-A754-0FF8094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385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F48"/>
                </a:solidFill>
              </a:defRPr>
            </a:pPr>
            <a:r>
              <a:rPr sz="1275" b="1">
                <a:solidFill>
                  <a:srgbClr val="102F48"/>
                </a:solidFill>
              </a:rPr>
              <a:t>Lebih autonomi</a:t>
            </a:r>
          </a:p>
          <a:p xmlns:a="http://schemas.openxmlformats.org/drawingml/2006/main">
            <a:pPr algn="ctr">
              <a:defRPr sz="1275" b="1">
                <a:solidFill>
                  <a:srgbClr val="102F48"/>
                </a:solidFill>
              </a:defRPr>
            </a:pPr>
            <a:r>
              <a:rPr sz="1275" b="1">
                <a:solidFill>
                  <a:srgbClr val="102F48"/>
                </a:solidFill>
              </a:rPr>
              <a:t>= lebih kawalan</a:t>
            </a:r>
          </a:p>
        </p:txBody>
      </p:sp>
      <p:sp>
        <p:nvSpPr>
          <p:cNvPr id="12" name="agent-label">
            <a:extLst xmlns:a="http://schemas.openxmlformats.org/drawingml/2006/main">
              <a:ext uri="{FF2B5EF4-FFF2-40B4-BE49-F238E27FC236}">
                <a16:creationId xmlns:a16="http://schemas.microsoft.com/office/drawing/2014/main" id="{60E0BF7D-FE14-4820-A6F4-2962D1F2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B942"/>
                </a:solidFill>
              </a:defRPr>
            </a:pPr>
            <a:r>
              <a:rPr sz="1125" b="1">
                <a:solidFill>
                  <a:srgbClr val="F5B942"/>
                </a:solidFill>
              </a:rPr>
              <a:t>ALIRAN AGENTIC</a:t>
            </a:r>
          </a:p>
        </p:txBody>
      </p:sp>
      <p:sp>
        <p:nvSpPr>
          <p:cNvPr id="13" name="agent-main">
            <a:extLst xmlns:a="http://schemas.openxmlformats.org/drawingml/2006/main">
              <a:ext uri="{FF2B5EF4-FFF2-40B4-BE49-F238E27FC236}">
                <a16:creationId xmlns:a16="http://schemas.microsoft.com/office/drawing/2014/main" id="{EA93D06A-5841-4717-90A6-388B383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Memerhati, memilih,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bertindak dan menyemak</a:t>
            </a:r>
          </a:p>
        </p:txBody>
      </p:sp>
      <p:sp>
        <p:nvSpPr>
          <p:cNvPr id="14" name="agent-body">
            <a:extLst xmlns:a="http://schemas.openxmlformats.org/drawingml/2006/main">
              <a:ext uri="{FF2B5EF4-FFF2-40B4-BE49-F238E27FC236}">
                <a16:creationId xmlns:a16="http://schemas.microsoft.com/office/drawing/2014/main" id="{380060AB-1E0C-4287-B9F0-A2881B9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8E8"/>
                </a:solidFill>
              </a:defRPr>
            </a:pPr>
            <a:r>
              <a:rPr sz="1425" b="0">
                <a:solidFill>
                  <a:srgbClr val="DDE8E8"/>
                </a:solidFill>
              </a:rPr>
              <a:t>Batas menentukan bila sistem boleh bergerak, berhenti atau eskalasi.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ECAA3D18-1929-4B2C-AA94-C13EAF66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8A8A"/>
                </a:solidFill>
              </a:defRPr>
            </a:pPr>
            <a:r>
              <a:rPr sz="1500" b="1">
                <a:solidFill>
                  <a:srgbClr val="008A8A"/>
                </a:solidFill>
              </a:rPr>
              <a:t>Soalan penting bukan “bolehkah AI buat?” tetapi “siapa mengesahkan sebelum tindakan?”</a:t>
            </a:r>
          </a:p>
        </p:txBody>
      </p:sp>
    </p:spTree>
    <p:extLst>
      <p:ext uri="{BB962C8B-B14F-4D97-AF65-F5344CB8AC3E}">
        <p14:creationId xmlns:p14="http://schemas.microsoft.com/office/powerpoint/2010/main" val="1071583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CE926E3-FF34-4E89-AC86-6E70737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PELUANG DI TEMPAT KERJA</a:t>
            </a:r>
          </a:p>
        </p:txBody>
      </p:sp>
      <p:sp>
        <p:nvSpPr>
          <p:cNvPr id="2" name="number">
            <a:extLst xmlns:a="http://schemas.openxmlformats.org/drawingml/2006/main">
              <a:ext uri="{FF2B5EF4-FFF2-40B4-BE49-F238E27FC236}">
                <a16:creationId xmlns:a16="http://schemas.microsoft.com/office/drawing/2014/main" id="{60512DA2-EA69-4ECC-AEE8-5EB5B74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7A"/>
                </a:solidFill>
              </a:defRPr>
            </a:pPr>
            <a:r>
              <a:rPr sz="1050" b="1">
                <a:solidFill>
                  <a:srgbClr val="60707A"/>
                </a:solidFill>
              </a:rPr>
              <a:t>03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983E2EF-BC64-4AFF-9F03-8DC9AA9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CB5520-C17B-4347-9C83-8B1AA3C9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F48"/>
                </a:solidFill>
              </a:defRPr>
            </a:pPr>
            <a:r>
              <a:rPr sz="3000" b="1">
                <a:solidFill>
                  <a:srgbClr val="102F48"/>
                </a:solidFill>
              </a:rPr>
              <a:t>Mulakan dengan tugas yang sempit dan boleh diperiksa</a:t>
            </a:r>
          </a:p>
        </p:txBody>
      </p:sp>
      <p:sp>
        <p:nvSpPr>
          <p:cNvPr id="5" name="card-01">
            <a:extLst xmlns:a="http://schemas.openxmlformats.org/drawingml/2006/main">
              <a:ext uri="{FF2B5EF4-FFF2-40B4-BE49-F238E27FC236}">
                <a16:creationId xmlns:a16="http://schemas.microsoft.com/office/drawing/2014/main" id="{7BCAC84F-FAC9-46B1-9904-ACB7D61A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3149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num-01">
            <a:extLst xmlns:a="http://schemas.openxmlformats.org/drawingml/2006/main">
              <a:ext uri="{FF2B5EF4-FFF2-40B4-BE49-F238E27FC236}">
                <a16:creationId xmlns:a16="http://schemas.microsoft.com/office/drawing/2014/main" id="{DE378AB2-EDB8-4171-A604-422C7522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A8A"/>
                </a:solidFill>
              </a:defRPr>
            </a:pPr>
            <a:r>
              <a:rPr sz="1125" b="1">
                <a:solidFill>
                  <a:srgbClr val="008A8A"/>
                </a:solidFill>
              </a:rPr>
              <a:t>01</a:t>
            </a:r>
          </a:p>
        </p:txBody>
      </p:sp>
      <p:sp>
        <p:nvSpPr>
          <p:cNvPr id="7" name="label-01">
            <a:extLst xmlns:a="http://schemas.openxmlformats.org/drawingml/2006/main">
              <a:ext uri="{FF2B5EF4-FFF2-40B4-BE49-F238E27FC236}">
                <a16:creationId xmlns:a16="http://schemas.microsoft.com/office/drawing/2014/main" id="{0E6A67F6-6176-4834-BA5C-8AB394A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A8A"/>
                </a:solidFill>
              </a:defRPr>
            </a:pPr>
            <a:r>
              <a:rPr sz="1125" b="1">
                <a:solidFill>
                  <a:srgbClr val="008A8A"/>
                </a:solidFill>
              </a:rPr>
              <a:t>PENGAJARAN</a:t>
            </a:r>
          </a:p>
        </p:txBody>
      </p:sp>
      <p:sp>
        <p:nvSpPr>
          <p:cNvPr id="8" name="body-01">
            <a:extLst xmlns:a="http://schemas.openxmlformats.org/drawingml/2006/main">
              <a:ext uri="{FF2B5EF4-FFF2-40B4-BE49-F238E27FC236}">
                <a16:creationId xmlns:a16="http://schemas.microsoft.com/office/drawing/2014/main" id="{F341ED58-43F9-4D78-8817-580ED4DF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90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Hasil pembelajaran → draf aktiviti</a:t>
            </a:r>
          </a:p>
        </p:txBody>
      </p:sp>
      <p:sp>
        <p:nvSpPr>
          <p:cNvPr id="9" name="card-02">
            <a:extLst xmlns:a="http://schemas.openxmlformats.org/drawingml/2006/main">
              <a:ext uri="{FF2B5EF4-FFF2-40B4-BE49-F238E27FC236}">
                <a16:creationId xmlns:a16="http://schemas.microsoft.com/office/drawing/2014/main" id="{0BA359A6-3A32-4A90-9C65-A6F3D97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3149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3E9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num-02">
            <a:extLst xmlns:a="http://schemas.openxmlformats.org/drawingml/2006/main">
              <a:ext uri="{FF2B5EF4-FFF2-40B4-BE49-F238E27FC236}">
                <a16:creationId xmlns:a16="http://schemas.microsoft.com/office/drawing/2014/main" id="{3F05094A-AF3C-4E6D-B096-69969A3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F48"/>
                </a:solidFill>
              </a:defRPr>
            </a:pPr>
            <a:r>
              <a:rPr sz="1125" b="1">
                <a:solidFill>
                  <a:srgbClr val="102F48"/>
                </a:solidFill>
              </a:rPr>
              <a:t>02</a:t>
            </a:r>
          </a:p>
        </p:txBody>
      </p:sp>
      <p:sp>
        <p:nvSpPr>
          <p:cNvPr id="11" name="label-02">
            <a:extLst xmlns:a="http://schemas.openxmlformats.org/drawingml/2006/main">
              <a:ext uri="{FF2B5EF4-FFF2-40B4-BE49-F238E27FC236}">
                <a16:creationId xmlns:a16="http://schemas.microsoft.com/office/drawing/2014/main" id="{42E23BE4-AF64-405B-9BE1-4C1CC983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A8A"/>
                </a:solidFill>
              </a:defRPr>
            </a:pPr>
            <a:r>
              <a:rPr sz="1125" b="1">
                <a:solidFill>
                  <a:srgbClr val="008A8A"/>
                </a:solidFill>
              </a:rPr>
              <a:t>PENYELIDIKAN</a:t>
            </a:r>
          </a:p>
        </p:txBody>
      </p:sp>
      <p:sp>
        <p:nvSpPr>
          <p:cNvPr id="12" name="body-02">
            <a:extLst xmlns:a="http://schemas.openxmlformats.org/drawingml/2006/main">
              <a:ext uri="{FF2B5EF4-FFF2-40B4-BE49-F238E27FC236}">
                <a16:creationId xmlns:a16="http://schemas.microsoft.com/office/drawing/2014/main" id="{1C096963-D24A-4A77-920A-DCD6A109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Nota sumber diluluskan → struktur bukti</a:t>
            </a:r>
          </a:p>
        </p:txBody>
      </p:sp>
      <p:sp>
        <p:nvSpPr>
          <p:cNvPr id="13" name="card-03">
            <a:extLst xmlns:a="http://schemas.openxmlformats.org/drawingml/2006/main">
              <a:ext uri="{FF2B5EF4-FFF2-40B4-BE49-F238E27FC236}">
                <a16:creationId xmlns:a16="http://schemas.microsoft.com/office/drawing/2014/main" id="{5EFC59E4-C049-498B-900E-04FF757F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3149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3E9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num-03">
            <a:extLst xmlns:a="http://schemas.openxmlformats.org/drawingml/2006/main">
              <a:ext uri="{FF2B5EF4-FFF2-40B4-BE49-F238E27FC236}">
                <a16:creationId xmlns:a16="http://schemas.microsoft.com/office/drawing/2014/main" id="{04301510-8B1D-4AA9-9E12-A2C78C1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F48"/>
                </a:solidFill>
              </a:defRPr>
            </a:pPr>
            <a:r>
              <a:rPr sz="1125" b="1">
                <a:solidFill>
                  <a:srgbClr val="102F48"/>
                </a:solidFill>
              </a:rPr>
              <a:t>03</a:t>
            </a:r>
          </a:p>
        </p:txBody>
      </p:sp>
      <p:sp>
        <p:nvSpPr>
          <p:cNvPr id="15" name="label-03">
            <a:extLst xmlns:a="http://schemas.openxmlformats.org/drawingml/2006/main">
              <a:ext uri="{FF2B5EF4-FFF2-40B4-BE49-F238E27FC236}">
                <a16:creationId xmlns:a16="http://schemas.microsoft.com/office/drawing/2014/main" id="{9EE5E41F-C289-4812-A3FF-06EE71CA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1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A8A"/>
                </a:solidFill>
              </a:defRPr>
            </a:pPr>
            <a:r>
              <a:rPr sz="1125" b="1">
                <a:solidFill>
                  <a:srgbClr val="008A8A"/>
                </a:solidFill>
              </a:rPr>
              <a:t>PENTADBIRAN</a:t>
            </a:r>
          </a:p>
        </p:txBody>
      </p:sp>
      <p:sp>
        <p:nvSpPr>
          <p:cNvPr id="16" name="body-03">
            <a:extLst xmlns:a="http://schemas.openxmlformats.org/drawingml/2006/main">
              <a:ext uri="{FF2B5EF4-FFF2-40B4-BE49-F238E27FC236}">
                <a16:creationId xmlns:a16="http://schemas.microsoft.com/office/drawing/2014/main" id="{F78477E0-E4B9-4AA4-AF82-156730F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Panduan diluluskan → draf respons berulang</a:t>
            </a:r>
          </a:p>
        </p:txBody>
      </p:sp>
      <p:sp>
        <p:nvSpPr>
          <p:cNvPr id="17" name="card-04">
            <a:extLst xmlns:a="http://schemas.openxmlformats.org/drawingml/2006/main">
              <a:ext uri="{FF2B5EF4-FFF2-40B4-BE49-F238E27FC236}">
                <a16:creationId xmlns:a16="http://schemas.microsoft.com/office/drawing/2014/main" id="{37456639-A3BC-4A66-8AF3-0274A209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53149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9525">
            <a:solidFill>
              <a:srgbClr val="102F48"/>
            </a:solidFill>
            <a:prstDash val="solid"/>
          </a:ln>
        </p:spPr>
      </p:sp>
      <p:sp>
        <p:nvSpPr>
          <p:cNvPr id="18" name="num-04">
            <a:extLst xmlns:a="http://schemas.openxmlformats.org/drawingml/2006/main">
              <a:ext uri="{FF2B5EF4-FFF2-40B4-BE49-F238E27FC236}">
                <a16:creationId xmlns:a16="http://schemas.microsoft.com/office/drawing/2014/main" id="{3AFC42BF-C6CD-4B3B-818F-DB48831B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B942"/>
                </a:solidFill>
              </a:defRPr>
            </a:pPr>
            <a:r>
              <a:rPr sz="1125" b="1">
                <a:solidFill>
                  <a:srgbClr val="F5B942"/>
                </a:solidFill>
              </a:rPr>
              <a:t>04</a:t>
            </a:r>
          </a:p>
        </p:txBody>
      </p:sp>
      <p:sp>
        <p:nvSpPr>
          <p:cNvPr id="19" name="label-04">
            <a:extLst xmlns:a="http://schemas.openxmlformats.org/drawingml/2006/main">
              <a:ext uri="{FF2B5EF4-FFF2-40B4-BE49-F238E27FC236}">
                <a16:creationId xmlns:a16="http://schemas.microsoft.com/office/drawing/2014/main" id="{360AF597-B610-43B0-B66C-91DAF72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1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B942"/>
                </a:solidFill>
              </a:defRPr>
            </a:pPr>
            <a:r>
              <a:rPr sz="1125" b="1">
                <a:solidFill>
                  <a:srgbClr val="F5B942"/>
                </a:solidFill>
              </a:rPr>
              <a:t>SOKONGAN PELAJAR</a:t>
            </a:r>
          </a:p>
        </p:txBody>
      </p:sp>
      <p:sp>
        <p:nvSpPr>
          <p:cNvPr id="20" name="body-04">
            <a:extLst xmlns:a="http://schemas.openxmlformats.org/drawingml/2006/main">
              <a:ext uri="{FF2B5EF4-FFF2-40B4-BE49-F238E27FC236}">
                <a16:creationId xmlns:a16="http://schemas.microsoft.com/office/drawing/2014/main" id="{40D9CC2F-FC93-43B3-8B89-E9A87B2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Permintaan → triage dan eskalasi kes sensitif</a:t>
            </a:r>
          </a:p>
        </p:txBody>
      </p:sp>
      <p:sp>
        <p:nvSpPr>
          <p:cNvPr id="21" name="prompt">
            <a:extLst xmlns:a="http://schemas.openxmlformats.org/drawingml/2006/main">
              <a:ext uri="{FF2B5EF4-FFF2-40B4-BE49-F238E27FC236}">
                <a16:creationId xmlns:a16="http://schemas.microsoft.com/office/drawing/2014/main" id="{7A0D33BC-367A-477D-9FDD-8857D209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8A8A"/>
                </a:solidFill>
              </a:defRPr>
            </a:pPr>
            <a:r>
              <a:rPr sz="1500" b="1">
                <a:solidFill>
                  <a:srgbClr val="008A8A"/>
                </a:solidFill>
              </a:rPr>
              <a:t>Pilih satu tugas: berulang · risiko rendah · hasil boleh dilihat</a:t>
            </a:r>
          </a:p>
        </p:txBody>
      </p:sp>
    </p:spTree>
    <p:extLst>
      <p:ext uri="{BB962C8B-B14F-4D97-AF65-F5344CB8AC3E}">
        <p14:creationId xmlns:p14="http://schemas.microsoft.com/office/powerpoint/2010/main" val="793946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D7384F0-2449-41A6-9ADF-B72333D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DEMONSTRASI + LATIHAN 1</a:t>
            </a:r>
          </a:p>
        </p:txBody>
      </p:sp>
      <p:sp>
        <p:nvSpPr>
          <p:cNvPr id="2" name="number">
            <a:extLst xmlns:a="http://schemas.openxmlformats.org/drawingml/2006/main">
              <a:ext uri="{FF2B5EF4-FFF2-40B4-BE49-F238E27FC236}">
                <a16:creationId xmlns:a16="http://schemas.microsoft.com/office/drawing/2014/main" id="{A5B0DDB4-0ACE-4E31-9B53-8C7FBAC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7A"/>
                </a:solidFill>
              </a:defRPr>
            </a:pPr>
            <a:r>
              <a:rPr sz="1050" b="1">
                <a:solidFill>
                  <a:srgbClr val="60707A"/>
                </a:solidFill>
              </a:rPr>
              <a:t>04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739124A-D61A-4E91-BCB2-E1EA3507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DB25B1-59FB-4B68-AEDF-FBCF837E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F48"/>
                </a:solidFill>
              </a:defRPr>
            </a:pPr>
            <a:r>
              <a:rPr sz="3000" b="1">
                <a:solidFill>
                  <a:srgbClr val="102F48"/>
                </a:solidFill>
              </a:rPr>
              <a:t>Permintaan kabur menjadi aliran yang boleh diuji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CEE777EB-F85D-400F-8E79-C907EBEF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4325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F11B7B84-32B8-4E81-BCF4-E76D33C7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EFEF9EAC-D21E-4B70-9382-7C816B48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4325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3">
            <a:extLst xmlns:a="http://schemas.openxmlformats.org/drawingml/2006/main">
              <a:ext uri="{FF2B5EF4-FFF2-40B4-BE49-F238E27FC236}">
                <a16:creationId xmlns:a16="http://schemas.microsoft.com/office/drawing/2014/main" id="{4D21806E-6DC9-43C4-969D-878F51C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row-4">
            <a:extLst xmlns:a="http://schemas.openxmlformats.org/drawingml/2006/main">
              <a:ext uri="{FF2B5EF4-FFF2-40B4-BE49-F238E27FC236}">
                <a16:creationId xmlns:a16="http://schemas.microsoft.com/office/drawing/2014/main" id="{FEECA681-235C-4447-97A3-4538DE1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4325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0">
            <a:extLst xmlns:a="http://schemas.openxmlformats.org/drawingml/2006/main">
              <a:ext uri="{FF2B5EF4-FFF2-40B4-BE49-F238E27FC236}">
                <a16:creationId xmlns:a16="http://schemas.microsoft.com/office/drawing/2014/main" id="{4E14EEC5-5026-43D4-BA7A-CA5D63E8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81150" cy="1885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E"/>
            </a:solidFill>
            <a:prstDash val="solid"/>
          </a:ln>
        </p:spPr>
      </p:sp>
      <p:sp>
        <p:nvSpPr>
          <p:cNvPr id="11" name="node-num-0">
            <a:extLst xmlns:a="http://schemas.openxmlformats.org/drawingml/2006/main">
              <a:ext uri="{FF2B5EF4-FFF2-40B4-BE49-F238E27FC236}">
                <a16:creationId xmlns:a16="http://schemas.microsoft.com/office/drawing/2014/main" id="{A4AC2E5B-6026-4348-A4FD-F43DCD3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01</a:t>
            </a:r>
          </a:p>
        </p:txBody>
      </p:sp>
      <p:sp>
        <p:nvSpPr>
          <p:cNvPr id="12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D1765FED-0BA4-4086-ADF2-52E0668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F48"/>
                </a:solidFill>
              </a:defRPr>
            </a:pPr>
            <a:r>
              <a:rPr sz="1500" b="1">
                <a:solidFill>
                  <a:srgbClr val="102F48"/>
                </a:solidFill>
              </a:rPr>
              <a:t>Pengguna + tugas</a:t>
            </a:r>
          </a:p>
        </p:txBody>
      </p:sp>
      <p:sp>
        <p:nvSpPr>
          <p:cNvPr id="13" name="node-1">
            <a:extLst xmlns:a="http://schemas.openxmlformats.org/drawingml/2006/main">
              <a:ext uri="{FF2B5EF4-FFF2-40B4-BE49-F238E27FC236}">
                <a16:creationId xmlns:a16="http://schemas.microsoft.com/office/drawing/2014/main" id="{007C0CB1-D0C7-4192-A813-24141D96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1581150" cy="1885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E"/>
            </a:solidFill>
            <a:prstDash val="solid"/>
          </a:ln>
        </p:spPr>
      </p:sp>
      <p:sp>
        <p:nvSpPr>
          <p:cNvPr id="14" name="node-num-1">
            <a:extLst xmlns:a="http://schemas.openxmlformats.org/drawingml/2006/main">
              <a:ext uri="{FF2B5EF4-FFF2-40B4-BE49-F238E27FC236}">
                <a16:creationId xmlns:a16="http://schemas.microsoft.com/office/drawing/2014/main" id="{266BABD2-D5E7-49F3-896D-11A089E5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14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02</a:t>
            </a:r>
          </a:p>
        </p:txBody>
      </p:sp>
      <p:sp>
        <p:nvSpPr>
          <p:cNvPr id="15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95F89A78-AB18-4235-813A-5AA5F28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099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F48"/>
                </a:solidFill>
              </a:defRPr>
            </a:pPr>
            <a:r>
              <a:rPr sz="1500" b="1">
                <a:solidFill>
                  <a:srgbClr val="102F48"/>
                </a:solidFill>
              </a:rPr>
              <a:t>Matlamat + bukan matlamat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B4BEA785-DA13-4707-BDD0-7C19C5A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1581150" cy="1885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E"/>
            </a:solidFill>
            <a:prstDash val="solid"/>
          </a:ln>
        </p:spPr>
      </p:sp>
      <p:sp>
        <p:nvSpPr>
          <p:cNvPr id="17" name="node-num-2">
            <a:extLst xmlns:a="http://schemas.openxmlformats.org/drawingml/2006/main">
              <a:ext uri="{FF2B5EF4-FFF2-40B4-BE49-F238E27FC236}">
                <a16:creationId xmlns:a16="http://schemas.microsoft.com/office/drawing/2014/main" id="{14EB270D-427B-47B7-A9B7-861A8B1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03</a:t>
            </a:r>
          </a:p>
        </p:txBody>
      </p:sp>
      <p:sp>
        <p:nvSpPr>
          <p:cNvPr id="18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C67D00B5-6F3E-48F0-82AD-C555D9AD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F48"/>
                </a:solidFill>
              </a:defRPr>
            </a:pPr>
            <a:r>
              <a:rPr sz="1500" b="1">
                <a:solidFill>
                  <a:srgbClr val="102F48"/>
                </a:solidFill>
              </a:rPr>
              <a:t>Arahan kekal</a:t>
            </a:r>
          </a:p>
        </p:txBody>
      </p:sp>
      <p:sp>
        <p:nvSpPr>
          <p:cNvPr id="19" name="node-3">
            <a:extLst xmlns:a="http://schemas.openxmlformats.org/drawingml/2006/main">
              <a:ext uri="{FF2B5EF4-FFF2-40B4-BE49-F238E27FC236}">
                <a16:creationId xmlns:a16="http://schemas.microsoft.com/office/drawing/2014/main" id="{D0FBACA5-7915-4A6D-939F-10B6278D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1581150" cy="1885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E"/>
            </a:solidFill>
            <a:prstDash val="solid"/>
          </a:ln>
        </p:spPr>
      </p:sp>
      <p:sp>
        <p:nvSpPr>
          <p:cNvPr id="20" name="node-num-3">
            <a:extLst xmlns:a="http://schemas.openxmlformats.org/drawingml/2006/main">
              <a:ext uri="{FF2B5EF4-FFF2-40B4-BE49-F238E27FC236}">
                <a16:creationId xmlns:a16="http://schemas.microsoft.com/office/drawing/2014/main" id="{BE370735-4309-47BC-A421-EE5479C5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04</a:t>
            </a:r>
          </a:p>
        </p:txBody>
      </p:sp>
      <p:sp>
        <p:nvSpPr>
          <p:cNvPr id="21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AFFAC292-E64B-4BF7-925E-15EDF80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F48"/>
                </a:solidFill>
              </a:defRPr>
            </a:pPr>
            <a:r>
              <a:rPr sz="1500" b="1">
                <a:solidFill>
                  <a:srgbClr val="102F48"/>
                </a:solidFill>
              </a:rPr>
              <a:t>Output + ukuran</a:t>
            </a:r>
          </a:p>
        </p:txBody>
      </p:sp>
      <p:sp>
        <p:nvSpPr>
          <p:cNvPr id="22" name="node-4">
            <a:extLst xmlns:a="http://schemas.openxmlformats.org/drawingml/2006/main">
              <a:ext uri="{FF2B5EF4-FFF2-40B4-BE49-F238E27FC236}">
                <a16:creationId xmlns:a16="http://schemas.microsoft.com/office/drawing/2014/main" id="{BA3E0836-71AF-4073-8BAE-F7B11B2B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1581150" cy="1885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23" name="node-num-4">
            <a:extLst xmlns:a="http://schemas.openxmlformats.org/drawingml/2006/main">
              <a:ext uri="{FF2B5EF4-FFF2-40B4-BE49-F238E27FC236}">
                <a16:creationId xmlns:a16="http://schemas.microsoft.com/office/drawing/2014/main" id="{4EA9E072-6A15-46FE-A8CD-72E5B2E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05</a:t>
            </a:r>
          </a:p>
        </p:txBody>
      </p:sp>
      <p:sp>
        <p:nvSpPr>
          <p:cNvPr id="24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46FD9BBD-64CA-4184-B160-DEE245F3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F48"/>
                </a:solidFill>
              </a:defRPr>
            </a:pPr>
            <a:r>
              <a:rPr sz="1500" b="1">
                <a:solidFill>
                  <a:srgbClr val="102F48"/>
                </a:solidFill>
              </a:rPr>
              <a:t>Kes ujian</a:t>
            </a:r>
          </a:p>
        </p:txBody>
      </p:sp>
      <p:sp>
        <p:nvSpPr>
          <p:cNvPr id="25" name="node-5">
            <a:extLst xmlns:a="http://schemas.openxmlformats.org/drawingml/2006/main">
              <a:ext uri="{FF2B5EF4-FFF2-40B4-BE49-F238E27FC236}">
                <a16:creationId xmlns:a16="http://schemas.microsoft.com/office/drawing/2014/main" id="{DE683462-AC50-45BD-BF59-38465192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24100"/>
            <a:ext cx="1581150" cy="1885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9525">
            <a:solidFill>
              <a:srgbClr val="D6E0DE"/>
            </a:solidFill>
            <a:prstDash val="solid"/>
          </a:ln>
        </p:spPr>
      </p:sp>
      <p:sp>
        <p:nvSpPr>
          <p:cNvPr id="26" name="node-num-5">
            <a:extLst xmlns:a="http://schemas.openxmlformats.org/drawingml/2006/main">
              <a:ext uri="{FF2B5EF4-FFF2-40B4-BE49-F238E27FC236}">
                <a16:creationId xmlns:a16="http://schemas.microsoft.com/office/drawing/2014/main" id="{C7CB677F-750B-4D71-9257-86BF5796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14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</a:defRPr>
            </a:pPr>
            <a:r>
              <a:rPr sz="1050" b="1">
                <a:solidFill>
                  <a:srgbClr val="F5B942"/>
                </a:solidFill>
              </a:rPr>
              <a:t>06</a:t>
            </a:r>
          </a:p>
        </p:txBody>
      </p:sp>
      <p:sp>
        <p:nvSpPr>
          <p:cNvPr id="27" name="node-title-5">
            <a:extLst xmlns:a="http://schemas.openxmlformats.org/drawingml/2006/main">
              <a:ext uri="{FF2B5EF4-FFF2-40B4-BE49-F238E27FC236}">
                <a16:creationId xmlns:a16="http://schemas.microsoft.com/office/drawing/2014/main" id="{4FFF7B87-2605-49D3-922A-617F6A9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09900"/>
            <a:ext cx="120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Kelulusan manusia</a:t>
            </a:r>
          </a:p>
        </p:txBody>
      </p:sp>
      <p:sp>
        <p:nvSpPr>
          <p:cNvPr id="28" name="failure-band">
            <a:extLst xmlns:a="http://schemas.openxmlformats.org/drawingml/2006/main">
              <a:ext uri="{FF2B5EF4-FFF2-40B4-BE49-F238E27FC236}">
                <a16:creationId xmlns:a16="http://schemas.microsoft.com/office/drawing/2014/main" id="{22C9EDCF-67D0-4984-B798-9F9E9150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914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ailure">
            <a:extLst xmlns:a="http://schemas.openxmlformats.org/drawingml/2006/main">
              <a:ext uri="{FF2B5EF4-FFF2-40B4-BE49-F238E27FC236}">
                <a16:creationId xmlns:a16="http://schemas.microsoft.com/office/drawing/2014/main" id="{3F0A37C3-8129-43CE-A963-1E4F6E45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81575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Reka bentuk yang baik menjadikan kejayaan boleh dilihat—dan kegagalan boleh dipulihkan.</a:t>
            </a:r>
          </a:p>
        </p:txBody>
      </p:sp>
    </p:spTree>
    <p:extLst>
      <p:ext uri="{BB962C8B-B14F-4D97-AF65-F5344CB8AC3E}">
        <p14:creationId xmlns:p14="http://schemas.microsoft.com/office/powerpoint/2010/main" val="719956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BFBEDBB-1E32-4E34-88C3-A046D0CF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A8A"/>
                </a:solidFill>
              </a:defRPr>
            </a:pPr>
            <a:r>
              <a:rPr sz="1050" b="1">
                <a:solidFill>
                  <a:srgbClr val="008A8A"/>
                </a:solidFill>
              </a:rPr>
              <a:t>LATIHAN 2</a:t>
            </a:r>
          </a:p>
        </p:txBody>
      </p:sp>
      <p:sp>
        <p:nvSpPr>
          <p:cNvPr id="2" name="number">
            <a:extLst xmlns:a="http://schemas.openxmlformats.org/drawingml/2006/main">
              <a:ext uri="{FF2B5EF4-FFF2-40B4-BE49-F238E27FC236}">
                <a16:creationId xmlns:a16="http://schemas.microsoft.com/office/drawing/2014/main" id="{BD0C4187-D4C1-4270-B667-37D0D65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7A"/>
                </a:solidFill>
              </a:defRPr>
            </a:pPr>
            <a:r>
              <a:rPr sz="1050" b="1">
                <a:solidFill>
                  <a:srgbClr val="60707A"/>
                </a:solidFill>
              </a:rPr>
              <a:t>05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BF23BA5-2869-448D-B45A-8776B348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A51AE3-DA0A-482E-B464-B1047060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F48"/>
                </a:solidFill>
              </a:defRPr>
            </a:pPr>
            <a:r>
              <a:rPr sz="3000" b="1">
                <a:solidFill>
                  <a:srgbClr val="102F48"/>
                </a:solidFill>
              </a:rPr>
              <a:t>Bina kecil. Uji keras. Tambah baik dengan bukti.</a:t>
            </a:r>
          </a:p>
        </p:txBody>
      </p:sp>
      <p:sp>
        <p:nvSpPr>
          <p:cNvPr id="5" name="cycle-1">
            <a:extLst xmlns:a="http://schemas.openxmlformats.org/drawingml/2006/main">
              <a:ext uri="{FF2B5EF4-FFF2-40B4-BE49-F238E27FC236}">
                <a16:creationId xmlns:a16="http://schemas.microsoft.com/office/drawing/2014/main" id="{9431EFC4-E8E0-4A34-96E0-C069919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ycle-2">
            <a:extLst xmlns:a="http://schemas.openxmlformats.org/drawingml/2006/main">
              <a:ext uri="{FF2B5EF4-FFF2-40B4-BE49-F238E27FC236}">
                <a16:creationId xmlns:a16="http://schemas.microsoft.com/office/drawing/2014/main" id="{62A774FA-4EB2-4BBB-85BF-451CF8DD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ycle-3">
            <a:extLst xmlns:a="http://schemas.openxmlformats.org/drawingml/2006/main">
              <a:ext uri="{FF2B5EF4-FFF2-40B4-BE49-F238E27FC236}">
                <a16:creationId xmlns:a16="http://schemas.microsoft.com/office/drawing/2014/main" id="{66A91C94-A5ED-4AF8-B980-841F699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F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1">
            <a:extLst xmlns:a="http://schemas.openxmlformats.org/drawingml/2006/main">
              <a:ext uri="{FF2B5EF4-FFF2-40B4-BE49-F238E27FC236}">
                <a16:creationId xmlns:a16="http://schemas.microsoft.com/office/drawing/2014/main" id="{03B8C708-5600-4CC3-842F-6F767DF5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8763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AC0ED949-E2CE-480B-8634-CC94684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28950"/>
            <a:ext cx="8763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ild">
            <a:extLst xmlns:a="http://schemas.openxmlformats.org/drawingml/2006/main">
              <a:ext uri="{FF2B5EF4-FFF2-40B4-BE49-F238E27FC236}">
                <a16:creationId xmlns:a16="http://schemas.microsoft.com/office/drawing/2014/main" id="{257A4BC8-5EE0-4CCF-9554-5525EFA8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57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BINA</a:t>
            </a:r>
          </a:p>
        </p:txBody>
      </p:sp>
      <p:sp>
        <p:nvSpPr>
          <p:cNvPr id="11" name="build-body">
            <a:extLst xmlns:a="http://schemas.openxmlformats.org/drawingml/2006/main">
              <a:ext uri="{FF2B5EF4-FFF2-40B4-BE49-F238E27FC236}">
                <a16:creationId xmlns:a16="http://schemas.microsoft.com/office/drawing/2014/main" id="{AD63E2C0-FE5A-44A8-B08F-11513418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71800"/>
            <a:ext cx="177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Arahan kekal,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input diluluskan,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output jelas</a:t>
            </a:r>
          </a:p>
        </p:txBody>
      </p:sp>
      <p:sp>
        <p:nvSpPr>
          <p:cNvPr id="12" name="test">
            <a:extLst xmlns:a="http://schemas.openxmlformats.org/drawingml/2006/main">
              <a:ext uri="{FF2B5EF4-FFF2-40B4-BE49-F238E27FC236}">
                <a16:creationId xmlns:a16="http://schemas.microsoft.com/office/drawing/2014/main" id="{CF871535-C577-4BF3-BEBA-80D55F83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57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F48"/>
                </a:solidFill>
              </a:defRPr>
            </a:pPr>
            <a:r>
              <a:rPr sz="1875" b="1">
                <a:solidFill>
                  <a:srgbClr val="102F48"/>
                </a:solidFill>
              </a:rPr>
              <a:t>UJI</a:t>
            </a:r>
          </a:p>
        </p:txBody>
      </p:sp>
      <p:sp>
        <p:nvSpPr>
          <p:cNvPr id="13" name="test-body">
            <a:extLst xmlns:a="http://schemas.openxmlformats.org/drawingml/2006/main">
              <a:ext uri="{FF2B5EF4-FFF2-40B4-BE49-F238E27FC236}">
                <a16:creationId xmlns:a16="http://schemas.microsoft.com/office/drawing/2014/main" id="{6EE75207-6BF1-4328-8043-188E8607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71800"/>
            <a:ext cx="177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F48"/>
                </a:solidFill>
              </a:defRPr>
            </a:pPr>
            <a:r>
              <a:rPr sz="1425" b="0">
                <a:solidFill>
                  <a:srgbClr val="102F48"/>
                </a:solidFill>
              </a:rPr>
              <a:t>Kes biasa,</a:t>
            </a:r>
          </a:p>
          <a:p xmlns:a="http://schemas.openxmlformats.org/drawingml/2006/main">
            <a:pPr algn="ctr">
              <a:defRPr sz="1425" b="0">
                <a:solidFill>
                  <a:srgbClr val="102F48"/>
                </a:solidFill>
              </a:defRPr>
            </a:pPr>
            <a:r>
              <a:rPr sz="1425" b="0">
                <a:solidFill>
                  <a:srgbClr val="102F48"/>
                </a:solidFill>
              </a:rPr>
              <a:t>kes pinggir,</a:t>
            </a:r>
          </a:p>
          <a:p xmlns:a="http://schemas.openxmlformats.org/drawingml/2006/main">
            <a:pPr algn="ctr">
              <a:defRPr sz="1425" b="0">
                <a:solidFill>
                  <a:srgbClr val="102F48"/>
                </a:solidFill>
              </a:defRPr>
            </a:pPr>
            <a:r>
              <a:rPr sz="1425" b="0">
                <a:solidFill>
                  <a:srgbClr val="102F48"/>
                </a:solidFill>
              </a:rPr>
              <a:t>kes tidak selamat</a:t>
            </a:r>
          </a:p>
        </p:txBody>
      </p:sp>
      <p:sp>
        <p:nvSpPr>
          <p:cNvPr id="14" name="improve">
            <a:extLst xmlns:a="http://schemas.openxmlformats.org/drawingml/2006/main">
              <a:ext uri="{FF2B5EF4-FFF2-40B4-BE49-F238E27FC236}">
                <a16:creationId xmlns:a16="http://schemas.microsoft.com/office/drawing/2014/main" id="{FE5186F3-06F9-4F7A-96B7-B5299075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TAMBAH BAIK</a:t>
            </a:r>
          </a:p>
        </p:txBody>
      </p:sp>
      <p:sp>
        <p:nvSpPr>
          <p:cNvPr id="15" name="improve-body">
            <a:extLst xmlns:a="http://schemas.openxmlformats.org/drawingml/2006/main">
              <a:ext uri="{FF2B5EF4-FFF2-40B4-BE49-F238E27FC236}">
                <a16:creationId xmlns:a16="http://schemas.microsoft.com/office/drawing/2014/main" id="{340E4720-E659-467B-A3AF-0757DE3D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177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Peraturan bukti,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syarat berhenti,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kelulusan manusia</a:t>
            </a:r>
          </a:p>
        </p:txBody>
      </p:sp>
      <p:sp>
        <p:nvSpPr>
          <p:cNvPr id="16" name="check">
            <a:extLst xmlns:a="http://schemas.openxmlformats.org/drawingml/2006/main">
              <a:ext uri="{FF2B5EF4-FFF2-40B4-BE49-F238E27FC236}">
                <a16:creationId xmlns:a16="http://schemas.microsoft.com/office/drawing/2014/main" id="{2E2D2360-1176-4FDF-8B9E-A8B611E8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8A8A"/>
                </a:solidFill>
              </a:defRPr>
            </a:pPr>
            <a:r>
              <a:rPr sz="1575" b="1">
                <a:solidFill>
                  <a:srgbClr val="008A8A"/>
                </a:solidFill>
              </a:rPr>
              <a:t>Jangan tanya “nampak bagus?” · Tanya “lulus kriteria dan disokong sumber?”</a:t>
            </a:r>
          </a:p>
        </p:txBody>
      </p:sp>
    </p:spTree>
    <p:extLst>
      <p:ext uri="{BB962C8B-B14F-4D97-AF65-F5344CB8AC3E}">
        <p14:creationId xmlns:p14="http://schemas.microsoft.com/office/powerpoint/2010/main" val="1979430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F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1CD488C-0D8B-4E33-9B99-20A3796E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</a:defRPr>
            </a:pPr>
            <a:r>
              <a:rPr sz="1050" b="1">
                <a:solidFill>
                  <a:srgbClr val="F5B942"/>
                </a:solidFill>
              </a:rPr>
              <a:t>PENGGUNAAN BERTANGGUNGJAWAB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5E2322-3BFD-40FF-8BE6-6C587D21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Prototaip hanya layak diuji rintis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apabila bukti dan kawalan jelas</a:t>
            </a:r>
          </a:p>
        </p:txBody>
      </p:sp>
      <p:sp>
        <p:nvSpPr>
          <p:cNvPr id="3" name="outer">
            <a:extLst xmlns:a="http://schemas.openxmlformats.org/drawingml/2006/main">
              <a:ext uri="{FF2B5EF4-FFF2-40B4-BE49-F238E27FC236}">
                <a16:creationId xmlns:a16="http://schemas.microsoft.com/office/drawing/2014/main" id="{6B069BDE-CC5C-4E20-A92D-91A9D975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3525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8A">
              <a:alpha val="20000"/>
            </a:srgbClr>
          </a:solidFill>
          <a:ln xmlns:a="http://schemas.openxmlformats.org/drawingml/2006/main" w="19050">
            <a:solidFill>
              <a:srgbClr val="008A8A"/>
            </a:solidFill>
            <a:prstDash val="solid"/>
          </a:ln>
        </p:spPr>
      </p:sp>
      <p:sp>
        <p:nvSpPr>
          <p:cNvPr id="4" name="middle">
            <a:extLst xmlns:a="http://schemas.openxmlformats.org/drawingml/2006/main">
              <a:ext uri="{FF2B5EF4-FFF2-40B4-BE49-F238E27FC236}">
                <a16:creationId xmlns:a16="http://schemas.microsoft.com/office/drawing/2014/main" id="{B42C2D50-1C6E-4CA8-B17D-A720BE20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8595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>
              <a:alpha val="18000"/>
            </a:srgbClr>
          </a:solidFill>
          <a:ln xmlns:a="http://schemas.openxmlformats.org/drawingml/2006/main" w="19050">
            <a:solidFill>
              <a:srgbClr val="F5B942"/>
            </a:solidFill>
            <a:prstDash val="solid"/>
          </a:ln>
        </p:spPr>
      </p:sp>
      <p:sp>
        <p:nvSpPr>
          <p:cNvPr id="5" name="human">
            <a:extLst xmlns:a="http://schemas.openxmlformats.org/drawingml/2006/main">
              <a:ext uri="{FF2B5EF4-FFF2-40B4-BE49-F238E27FC236}">
                <a16:creationId xmlns:a16="http://schemas.microsoft.com/office/drawing/2014/main" id="{9FD46AA4-EC1A-4B46-AA95-576F8268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uman-text">
            <a:extLst xmlns:a="http://schemas.openxmlformats.org/drawingml/2006/main">
              <a:ext uri="{FF2B5EF4-FFF2-40B4-BE49-F238E27FC236}">
                <a16:creationId xmlns:a16="http://schemas.microsoft.com/office/drawing/2014/main" id="{860D0E6B-2323-421C-A445-7D47E57A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F48"/>
                </a:solidFill>
              </a:defRPr>
            </a:pPr>
            <a:r>
              <a:rPr sz="1200" b="1">
                <a:solidFill>
                  <a:srgbClr val="102F48"/>
                </a:solidFill>
              </a:rPr>
              <a:t>SEMAKAN</a:t>
            </a:r>
          </a:p>
          <a:p xmlns:a="http://schemas.openxmlformats.org/drawingml/2006/main">
            <a:pPr algn="ctr">
              <a:defRPr sz="1200" b="1">
                <a:solidFill>
                  <a:srgbClr val="102F48"/>
                </a:solidFill>
              </a:defRPr>
            </a:pPr>
            <a:r>
              <a:rPr sz="1200" b="1">
                <a:solidFill>
                  <a:srgbClr val="102F48"/>
                </a:solidFill>
              </a:rPr>
              <a:t>MANUSIA</a:t>
            </a:r>
          </a:p>
        </p:txBody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9EBACC80-553A-417E-8587-D248ACA9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tl-0">
            <a:extLst xmlns:a="http://schemas.openxmlformats.org/drawingml/2006/main">
              <a:ext uri="{FF2B5EF4-FFF2-40B4-BE49-F238E27FC236}">
                <a16:creationId xmlns:a16="http://schemas.microsoft.com/office/drawing/2014/main" id="{76371953-04C2-40A5-A8B1-DB7FE7F8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Privasi</a:t>
            </a:r>
          </a:p>
        </p:txBody>
      </p:sp>
      <p:sp>
        <p:nvSpPr>
          <p:cNvPr id="9" name="ctl-body-0">
            <a:extLst xmlns:a="http://schemas.openxmlformats.org/drawingml/2006/main">
              <a:ext uri="{FF2B5EF4-FFF2-40B4-BE49-F238E27FC236}">
                <a16:creationId xmlns:a16="http://schemas.microsoft.com/office/drawing/2014/main" id="{87AB62EF-88F4-493B-BE12-4F70C757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8"/>
                </a:solidFill>
              </a:defRPr>
            </a:pPr>
            <a:r>
              <a:rPr sz="1275" b="0">
                <a:solidFill>
                  <a:srgbClr val="DDE8E8"/>
                </a:solidFill>
              </a:rPr>
              <a:t>Data diluluskan dan minimum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BA133602-2EE9-4D5A-9C78-E06B5C96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tl-1">
            <a:extLst xmlns:a="http://schemas.openxmlformats.org/drawingml/2006/main">
              <a:ext uri="{FF2B5EF4-FFF2-40B4-BE49-F238E27FC236}">
                <a16:creationId xmlns:a16="http://schemas.microsoft.com/office/drawing/2014/main" id="{018DDCDC-4B56-4904-AD3E-B7493E1E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Kebenaran</a:t>
            </a:r>
          </a:p>
        </p:txBody>
      </p:sp>
      <p:sp>
        <p:nvSpPr>
          <p:cNvPr id="12" name="ctl-body-1">
            <a:extLst xmlns:a="http://schemas.openxmlformats.org/drawingml/2006/main">
              <a:ext uri="{FF2B5EF4-FFF2-40B4-BE49-F238E27FC236}">
                <a16:creationId xmlns:a16="http://schemas.microsoft.com/office/drawing/2014/main" id="{9BFF3540-7707-49C3-819C-B4F9C552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8"/>
                </a:solidFill>
              </a:defRPr>
            </a:pPr>
            <a:r>
              <a:rPr sz="1275" b="0">
                <a:solidFill>
                  <a:srgbClr val="DDE8E8"/>
                </a:solidFill>
              </a:rPr>
              <a:t>Alat dan tindakan bersempadan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1595AEF0-E8EC-487E-8D80-E64EF761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tl-2">
            <a:extLst xmlns:a="http://schemas.openxmlformats.org/drawingml/2006/main">
              <a:ext uri="{FF2B5EF4-FFF2-40B4-BE49-F238E27FC236}">
                <a16:creationId xmlns:a16="http://schemas.microsoft.com/office/drawing/2014/main" id="{53CC957D-9D65-4AD2-B634-FB8FE312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Kebolehkesanan</a:t>
            </a:r>
          </a:p>
        </p:txBody>
      </p:sp>
      <p:sp>
        <p:nvSpPr>
          <p:cNvPr id="15" name="ctl-body-2">
            <a:extLst xmlns:a="http://schemas.openxmlformats.org/drawingml/2006/main">
              <a:ext uri="{FF2B5EF4-FFF2-40B4-BE49-F238E27FC236}">
                <a16:creationId xmlns:a16="http://schemas.microsoft.com/office/drawing/2014/main" id="{05C658A3-25F8-460D-AACF-6450F69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33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8"/>
                </a:solidFill>
              </a:defRPr>
            </a:pPr>
            <a:r>
              <a:rPr sz="1275" b="0">
                <a:solidFill>
                  <a:srgbClr val="DDE8E8"/>
                </a:solidFill>
              </a:rPr>
              <a:t>Bukti disimpan bersama output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E92F51C5-D5F3-418C-BDD7-74287BFB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tl-3">
            <a:extLst xmlns:a="http://schemas.openxmlformats.org/drawingml/2006/main">
              <a:ext uri="{FF2B5EF4-FFF2-40B4-BE49-F238E27FC236}">
                <a16:creationId xmlns:a16="http://schemas.microsoft.com/office/drawing/2014/main" id="{EB247131-CBDD-4DBA-9B9A-7D138F34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Pemantauan</a:t>
            </a:r>
          </a:p>
        </p:txBody>
      </p:sp>
      <p:sp>
        <p:nvSpPr>
          <p:cNvPr id="18" name="ctl-body-3">
            <a:extLst xmlns:a="http://schemas.openxmlformats.org/drawingml/2006/main">
              <a:ext uri="{FF2B5EF4-FFF2-40B4-BE49-F238E27FC236}">
                <a16:creationId xmlns:a16="http://schemas.microsoft.com/office/drawing/2014/main" id="{520287DB-76CE-4741-8202-636F7394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76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E8"/>
                </a:solidFill>
              </a:defRPr>
            </a:pPr>
            <a:r>
              <a:rPr sz="1275" b="0">
                <a:solidFill>
                  <a:srgbClr val="DDE8E8"/>
                </a:solidFill>
              </a:rPr>
              <a:t>Kualiti dan kegagalan diperiksa</a:t>
            </a:r>
          </a:p>
        </p:txBody>
      </p:sp>
      <p:sp>
        <p:nvSpPr>
          <p:cNvPr id="19" name="close">
            <a:extLst xmlns:a="http://schemas.openxmlformats.org/drawingml/2006/main">
              <a:ext uri="{FF2B5EF4-FFF2-40B4-BE49-F238E27FC236}">
                <a16:creationId xmlns:a16="http://schemas.microsoft.com/office/drawing/2014/main" id="{FF2EB365-4098-4C4B-AE0D-B1CFCBA7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817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B942"/>
                </a:solidFill>
              </a:defRPr>
            </a:pPr>
            <a:r>
              <a:rPr sz="1500" b="1">
                <a:solidFill>
                  <a:srgbClr val="F5B942"/>
                </a:solidFill>
              </a:rPr>
              <a:t>Langkah seterusnya: pilih satu tugas, satu ukuran kejayaan dan satu titik kelulusan.</a:t>
            </a:r>
          </a:p>
        </p:txBody>
      </p:sp>
    </p:spTree>
    <p:extLst>
      <p:ext uri="{BB962C8B-B14F-4D97-AF65-F5344CB8AC3E}">
        <p14:creationId xmlns:p14="http://schemas.microsoft.com/office/powerpoint/2010/main" val="561727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2026-07-11T01:18:59.3660000Z</dcterms:created>
  <dcterms:modified xsi:type="dcterms:W3CDTF">2026-07-11T01:18:59.3660000Z</dcterms:modified>
</coreProperties>
</file>